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2.xml"/>
  <Relationship Id="rId2" Type="http://schemas.openxmlformats.org/officeDocument/2006/relationships/slide" Target="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>
          <a:xfrm>
            <a:off x="0" y="0"/>
            <a:ext cx="10" cy="10"/>
          </a:xfrm>
        </p:spPr>
        <p:txBody>
          <a:bodyPr/>
          <a:lstStyle/>
          <a:p>
            <a:r>
              <a:t>Keep the first note.</a:t>
            </a:r>
          </a:p>
        </p:txBody>
      </p:sp>
      <p:sp>
        <p:nvSpPr>
          <p:cNvPr id="3" name="Slide Number"/>
          <p:cNvSpPr/>
          <p:nvPr>
            <p:ph type="sldNum"/>
          </p:nvPr>
        </p:nvSpPr>
        <p:spPr>
          <a:xfrm>
            <a:off x="0" y="0"/>
            <a:ext cx="10" cy="10"/>
          </a:xfrm>
        </p:spPr>
        <p:txBody>
          <a:bodyPr/>
          <a:lstStyle/>
          <a:p>
            <a:r>
              <a:t>99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3" Type="http://schemas.openxmlformats.org/officeDocument/2006/relationships/image" Target="../media/image2.png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10" y="20"/>
            <a:ext cx="400" cy="80"/>
          </a:xfrm>
        </p:spPr>
        <p:txBody>
          <a:bodyPr/>
          <a:lstStyle/>
          <a:p>
            <a:r>
              <a:t>Second in the deck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10" y="20"/>
            <a:ext cx="400" cy="80"/>
          </a:xfrm>
        </p:spPr>
        <p:txBody>
          <a:bodyPr/>
          <a:lstStyle/>
          <a:p>
            <a:r>
              <a:t>First in the deck</a:t>
            </a:r>
          </a:p>
        </p:txBody>
      </p:sp>
      <p:sp>
        <p:nvSpPr>
          <p:cNvPr id="3" name="Slide Number"/>
          <p:cNvSpPr/>
          <p:nvPr>
            <p:ph type="sldNum"/>
          </p:nvPr>
        </p:nvSpPr>
        <p:spPr>
          <a:xfrm>
            <a:off x="0" y="0"/>
            <a:ext cx="10" cy="10"/>
          </a:xfrm>
        </p:spPr>
        <p:txBody>
          <a:bodyPr/>
          <a:lstStyle/>
          <a:p>
            <a:r>
              <a:t>7</a:t>
            </a:r>
          </a:p>
        </p:txBody>
      </p:sp>
      <p:sp>
        <p:nvSpPr>
          <p:cNvPr id="4" name="Body"/>
          <p:cNvSpPr/>
          <p:nvPr/>
        </p:nvSpPr>
        <p:spPr>
          <a:xfrm>
            <a:off x="10" y="200000"/>
            <a:ext cx="400" cy="80"/>
          </a:xfrm>
        </p:spPr>
        <p:txBody>
          <a:bodyPr/>
          <a:lstStyle/>
          <a:p>
            <a:r>
              <a:t>Marketing</a:t>
            </a:r>
            <a:r>
              <a:t> </a:t>
            </a:r>
            <a:r>
              <a:t>&amp;</a:t>
            </a:r>
            <a:r>
              <a:t> </a:t>
            </a:r>
            <a:r>
              <a:t>behaviour</a:t>
            </a:r>
          </a:p>
        </p:txBody>
      </p:sp>
      <p:sp>
        <p:nvSpPr>
          <p:cNvPr id="5" name="List"/>
          <p:cNvSpPr/>
          <p:nvPr/>
        </p:nvSpPr>
        <p:spPr>
          <a:xfrm>
            <a:off x="10" y="400000"/>
            <a:ext cx="400" cy="80"/>
          </a:xfrm>
        </p:spPr>
        <p:txBody>
          <a:bodyPr/>
          <a:lstStyle/>
          <a:p>
            <a:pPr>
              <a:buAutoNum type="alphaLcPeriod"/>
            </a:pPr>
            <a:r>
              <a:t>Brand</a:t>
            </a:r>
          </a:p>
          <a:p>
            <a:pPr lvl="1">
              <a:buAutoNum type="alphaLcPeriod"/>
            </a:pPr>
            <a:r>
              <a:t>Culture</a:t>
            </a:r>
          </a:p>
        </p:txBody>
      </p:sp>
      <p:pic>
        <p:nvPicPr>
          <p:cNvPr id="6" name="Picture" descr="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" y="600000"/>
            <a:ext cx="300" cy="400"/>
          </a:xfrm>
          <a:prstGeom prst="rect">
            <a:avLst/>
          </a:prstGeom>
        </p:spPr>
      </p:pic>
      <p:pic>
        <p:nvPicPr>
          <p:cNvPr id="7" name="Mark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" y="800000"/>
            <a:ext cx="20" cy="20"/>
          </a:xfrm>
          <a:prstGeom prst="rect">
            <a:avLst/>
          </a:prstGeom>
        </p:spPr>
      </p:pic>
    </p:spTree>
  </p:cSld>
</p:sld>
</file>

<file path=docProps/core.xml><?xml version="1.0" encoding="utf-8"?>
<cp:coreProperties xmlns:cp="http://schemas.openxmlformats.org/package/2006/metadata/core-properties" xmlns:dc="http://purl.org/dc/elements/1.1/">
  <dc:title>Synthetic Lecture</dc:title>
</cp:coreProperties>
</file>